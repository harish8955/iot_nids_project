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COMPUTER NETWORKS SEMESTER PROJECT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997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F172A"/>
                </a:solidFill>
                <a:latin typeface="Arial"/>
              </a:defRPr>
            </a:pPr>
            <a:r>
              <a:t>A network intrusion detection system based on deep learning in the IoT</a:t>
            </a:r>
          </a:p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Paper Replication &amp; Evaluation Plan using 1D ResNeSt + BiGRU &amp; CTGAN Data Balancing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728655" cy="2286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9713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PROJECT TEAM: TEAM NO. 3</a:t>
            </a:r>
          </a:p>
          <a:p>
            <a:pPr>
              <a:spcAft>
                <a:spcPts val="8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Team Members:</a:t>
            </a:r>
          </a:p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1. Edwin Sundaraj    │    2. Anish Thondepu    │    3. Lakshan Harish    │    4. Srinivas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COMPUTER NETWORKS PROJECT PROPOSAL — TEAM NO.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Project Goals: What We Are Going to Replicate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</a:defRPr>
            </a:pPr>
            <a:r>
              <a:t>1. Primary Replication Objective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Replicate the IoT Network Intrusion Detection System proposed in Wang et al. (Journal of Supercomputing, 2024).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Implement a hybrid deep learning model combining 1D Grouped ResNeSt (Split-Attention) for spatial feature extraction and BiGRU for temporal sequence modeling.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Address severe tabular cyber-attack data imbalance using Conditional Tabular GAN (CTGAN).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Perform empirical evaluations across 3 benchmark IoT security datasets.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D9488"/>
                </a:solidFill>
              </a:defRPr>
            </a:pPr>
            <a:r>
              <a:t>2. Experimental Comparisons We Will Conduct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Model Comparisons: Compare Proposed Model against 3 Baselines (1D-CNN, Standard ResNet, ResNet-BiGRU).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Data Balancing Impact: Evaluate performance WITH vs. WITHOUT CTGAN balancing across all models.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Balancing Algorithm Benchmark: Compare CTGAN against traditional methods (RandomOverSampler, SMOTE, ADASYN).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Epoch Milestones: Track convergence at 50, 100, and 200 Epochs.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COMPUTER NETWORKS PROJECT PROPOSAL — TEAM NO.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Core Technical Challenges We Plan to Address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</a:defRPr>
            </a:pPr>
            <a:r>
              <a:t>Problem 1: Extreme Tabular Data Imbalance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Real-world network traffic is heavily skewed toward Benign/Normal traffic (&gt;90%).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Critical cyber-attack categories (Worms, SQL Injection, Web Attacks) account for &lt;0.1% of records.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Standard machine learning models overfit to normal traffic and suffer extremely low detection recall for rare attacks.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Solution We Will Test: Using CTGAN conditional generators to synthesize minority class samples and narrow the imbalance gap.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D9488"/>
                </a:solidFill>
              </a:defRPr>
            </a:pPr>
            <a:r>
              <a:t>Problem 2: Single-Dimensional Features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1D/2D CNNs extract spatial correlations but miss time-series sequence dependencies across network packet flows.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RNNs/LSTMs extract temporal sequences but struggle to learn high-dimensional cross-channel spatial representations.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Converting tabular data into 2D images for standard CNNs adds unnecessary computational overhead.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Solution We Will Build: A hybrid 1D ResNeSt + BiGRU network to capture both spatial and temporal features directly from 1D flow vectors.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COMPUTER NETWORKS PROJECT PROPOSAL — TEAM NO.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Proposed End-to-End Implementation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9933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8105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284C7"/>
                </a:solidFill>
              </a:defRPr>
            </a:pPr>
            <a:r>
              <a:t>STEP 1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Preprocessing &amp; Cleaning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Impute missing values with 0. Handle non-feature index columns ('id', 'label'). Filter out ambiguous overlapping classes.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645920"/>
            <a:ext cx="19933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232" y="1828800"/>
            <a:ext cx="18105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284C7"/>
                </a:solidFill>
              </a:defRPr>
            </a:pPr>
            <a:r>
              <a:t>STEP 2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CTGAN Synthetic Balancing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Train CTGAN on minority attack classes. Generate synthetic rows to balance target class proportions.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645920"/>
            <a:ext cx="19933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5504" y="1828800"/>
            <a:ext cx="18105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284C7"/>
                </a:solidFill>
              </a:defRPr>
            </a:pPr>
            <a:r>
              <a:t>STEP 3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0-255 Min-Max Normalization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Encode categorical columns via LabelEncoder. Apply Min-Max scaling to map all features into range [0, 255] (Eq. 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645920"/>
            <a:ext cx="19933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51776" y="1828800"/>
            <a:ext cx="18105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284C7"/>
                </a:solidFill>
              </a:defRPr>
            </a:pPr>
            <a:r>
              <a:t>STEP 4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1D ResNeSt + BiGRU Network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3 shallow 1D Conv groups + 1D Residual Split-Attention units + Bidirectional GRU for sequence modeling.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645920"/>
            <a:ext cx="19933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8048" y="1828800"/>
            <a:ext cx="18105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284C7"/>
                </a:solidFill>
              </a:defRPr>
            </a:pPr>
            <a:r>
              <a:t>STEP 5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Multi-Class Intrusion Classifier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Dropout (p=0.5) layer for regularization + Softmax classifier for multi-class attack probabilities.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COMPUTER NETWORKS PROJECT PROPOSAL — TEAM NO.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Data Balancing Strategy: CTGAN vs. Baselines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</a:defRPr>
            </a:pPr>
            <a:r>
              <a:t>How CTGAN Will Balance Tabular Data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Mode-Specific Normalization: Uses Variational Gaussian Mixture models to encode complex, non-Gaussian, multimodal continuous features.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Conditional Generators: Conditions synthetic row generation on discrete target attack columns.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Log-Frequency Class Sampling: Samples minority categories based on the logarithm of their frequency, forcing uniform learning of rare attacks.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Prevents Noise &amp; Overfitting: Generates realistic synthetic samples following true data distributions without creating noisy boundary 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D9488"/>
                </a:solidFill>
              </a:defRPr>
            </a:pPr>
            <a:r>
              <a:t>Balancing Experiments We Will Conduct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RandomOverSampler Benchmark: Evaluate random duplicate oversampling.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SMOTE Benchmark: Evaluate Synthetic Minority Over-sampling Technique.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ADASYN Benchmark: Evaluate Adaptive Synthetic sampling.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CTGAN Evaluation: Evaluate Conditional Tabular GAN.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Target Goal from Paper (Table 5): Replicate paper finding where CTGAN achieves superior Accuracy (0.93 vs SMOTE 0.85 &amp; ROS 0.80).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COMPUTER NETWORKS PROJECT PROPOSAL — TEAM NO.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0-255 Min-Max Feature Normalization (Equation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645920"/>
            <a:ext cx="9997135" cy="17373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</a:defRPr>
            </a:pPr>
            <a:r>
              <a:t>Min-Max Feature Normalization Formula (Equation 1):</a:t>
            </a:r>
          </a:p>
          <a:p>
            <a:pPr algn="ctr">
              <a:defRPr sz="2000" b="1">
                <a:solidFill>
                  <a:srgbClr val="0F172A"/>
                </a:solidFill>
              </a:defRPr>
            </a:pPr>
            <a:r>
              <a:t>X_normalized(i) = [ ( X(i) - min(X) ) / ( max(X) - min(X) ) ] × 255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657600"/>
            <a:ext cx="9997135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Technical Rationale: Why Scale Features to Range [0, 255]?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Amplifies Subtle Feature Differences: In tabular intrusion logs, feature values are often closely grouped. Standard [0, 1] scaling compresses these differences, making it difficult for 1D convolutions to detect subtle attack patterns.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Expands Feature Range for 1D Convolutions: Scaling to [0, 255] widens feature variance, making gradient optimization more effective for 1D convolutional layers.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Balanced Feature Importance: Prevents high-magnitude statistics (byte counts/rates) from overwhelming subtle binary/flag statistics (TTL, TCP flags).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COMPUTER NETWORKS PROJECT PROPOSAL — TEAM NO.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Model Architecture We Will Build: 1D ResNeSt + BiGRU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1. Spatial Extractor: 1D Grouped ResNeSt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Shallow Conv Groups: 3 Conv1D groups (Conv1d + BatchNorm1d + MaxPool1d) for dimension reduction and low-level feature extraction.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Grouped Convolutions: 1D Convolutions with 1x1 and 1x3 kernel sizes.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Split-Attention Mechanism: Uses Global Average Pooling across channel groups + 2 Dense layers + r-Softmax to dynamically compute cross-channel soft attention weights.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Residual Shortcut Connection: Adds input features back to output to prevent gradient vanishing.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9488"/>
                </a:solidFill>
              </a:defRPr>
            </a:pPr>
            <a:r>
              <a:t>2. Temporal Extractor: Bidirectional GRU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Lightweight Sequence Extractor: Gated Recurrent Units (GRU) provide lightweight sequence modeling with lower computational overhead than LSTM.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Bidirectional Context: Runs a Forward GRU (past-to-future) and Backward GRU (future-to-past) simultaneously across spatial feature maps.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Context Concatenation: Output states from both directions are concatenated at each timestep (hidden_dim x 2) for comprehensive flow context.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Classifier Head: Dropout (p=0.5) layer + Softmax linear layer for multi-class prediction.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COMPUTER NETWORKS PROJECT PROPOSAL — TEAM NO.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Benchmark Datasets We Will Use for Replication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88720"/>
                <a:gridCol w="1828800"/>
                <a:gridCol w="5516575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Dataset 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Classes Tested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 Minority Attack Classes (CTGAN Focus)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UNSW-NB15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49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8 Classes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Worms (augmented from 44 to 1,544 samples in paper), Shellcode, Reconnaissance, DoS, Fuzzers, Exploits, Generic, Normal.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CSE-CIC-IDS2018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76 Features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15 Classes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Brute force-Web (489→1625), Brute force-XSS (195→1726), SQL injection (67→1336), Bot, Infiltration, DoS-GoldenEye, DoS-Slowloris.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CIC-IOT2023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47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12 IoT Classes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DDoS-HTTP Flood, DDoS-SlowLoris, DoS-HTTP Flood, Recon-HostDiscovery, Recon-PingSweep, VulnerabilityScan, Mirai-udpplain.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COMPUTER NETWORKS PROJECT PROPOSAL — TEAM NO.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Target Model Combinations &amp; Epoch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4 Models We Will Train &amp; Compare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Proposed Model (1D ResNeSt + BiGRU): Main paper architecture.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Baseline 1 (1D-CNN): Standard 1D convolutional network.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Baseline 2 (ResNet): Standard residual network without split-attention.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Baseline 3 (ResNet-BiGRU): Hybrid residual baseline without split-attention.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Evaluation Conditions: Every model will be trained both WITH and WITHOUT CTGAN data balancing (8 total runs per dataset).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9488"/>
                </a:solidFill>
              </a:defRPr>
            </a:pPr>
            <a:r>
              <a:t>Target Paper Benchmarks to Replicate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Epoch Milestones: We will evaluate model convergence at 50, 100, and 200 Epochs.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UNSW-NB15 Paper Target (200 Epochs): Replicate Proposed Model reaching 91.08% Accuracy &amp; peak Recall (81.93%).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CSE-CIC-IDS2018 Paper Target (200 Epochs): Replicate Proposed Model reaching peak 94.55% Accuracy &amp; 83.58% Recall.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CIC-IOT2023 Paper Target (100 Epochs): Replicate Proposed Model reaching peak 97.47% Accuracy &amp; 87.58% F1-Score.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COMPUTER NETWORKS PROJECT PROPOSAL — TEAM NO.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Implementation Plan &amp; Team Workload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Modular Codebase Architecture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src/preprocessing.py: Implements LabelEncoder &amp; 0-255 Min-Max scaling.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src/ctgan_balancer.py: CTGAN synthetic data generator.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src/model.py: PyTorch implementations of Proposed Model &amp; Baselines.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src/utils.py: Automated experiment subfolder creation &amp; master CSV spreadsheet logging.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train.py: Main entrypoint supporting --model, --dataset, and --balance flags.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9488"/>
                </a:solidFill>
              </a:defRPr>
            </a:pPr>
            <a:r>
              <a:t>Team Task Allocation (Team No. 3)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Edwin Sundaraj (Lead): Pipeline Architecture, CTGAN Dataset Generation, and Proposed Model Runs.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Anish Thondepu: Data Preprocessing, Label Encoding, and 1D-CNN Baseline Runs.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Lakshan Harish: ResNet &amp; ResNet-BiGRU Baseline Runs across 50, 100, and 200 Epochs.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Srinivas: Dataset Merging, Multi-Dataset Evaluation (CIC-IDS2018 &amp; CIC-IOT2023), and Results Summary.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